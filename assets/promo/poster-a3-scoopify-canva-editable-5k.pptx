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1512417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5124176"/>
          </a:xfrm>
          <a:prstGeom prst="rect">
            <a:avLst/>
          </a:prstGeom>
          <a:solidFill>
            <a:srgbClr val="FF9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0689336" cy="4069080"/>
          </a:xfrm>
          <a:prstGeom prst="rect">
            <a:avLst/>
          </a:prstGeom>
          <a:solidFill>
            <a:srgbClr val="FF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667512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995159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731520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763524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7955279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827532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8595359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891540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923544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955548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987552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0195559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1051560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4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0876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1168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1460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175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2044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2336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2628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321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3504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3796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4088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4380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467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4964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05256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55548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05840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613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22960" y="347472"/>
            <a:ext cx="1143000" cy="749808"/>
          </a:xfrm>
          <a:prstGeom prst="roundRect">
            <a:avLst/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0704" y="621792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9304" y="512064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17904" y="621792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89304" y="822960"/>
            <a:ext cx="329184" cy="329184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15400" y="347472"/>
            <a:ext cx="1143000" cy="749808"/>
          </a:xfrm>
          <a:prstGeom prst="roundRect">
            <a:avLst/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53144" y="621792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81744" y="512064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610344" y="621792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81744" y="822960"/>
            <a:ext cx="329184" cy="329184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coop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4592"/>
            <a:ext cx="2377440" cy="133665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02920" y="1481328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800" b="1">
                <a:solidFill>
                  <a:srgbClr val="073F9C"/>
                </a:solidFill>
                <a:latin typeface="Arial Black"/>
              </a:rPr>
              <a:t>ICE CREAM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" y="1353312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800" b="1">
                <a:solidFill>
                  <a:srgbClr val="FFD52E"/>
                </a:solidFill>
                <a:latin typeface="Arial Black"/>
              </a:rPr>
              <a:t>ICE CREAM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" y="1225296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800" b="1">
                <a:solidFill>
                  <a:srgbClr val="FF33BD"/>
                </a:solidFill>
                <a:latin typeface="Arial Black"/>
              </a:rPr>
              <a:t>ICE CREAM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" y="1115568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800" b="1">
                <a:solidFill>
                  <a:srgbClr val="FFF4A8"/>
                </a:solidFill>
                <a:latin typeface="Arial Black"/>
              </a:rPr>
              <a:t>ICE CREAM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70448" y="354787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 Black"/>
              </a:rPr>
              <a:t>SPECIAL SALE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4251960"/>
            <a:ext cx="3429000" cy="1481328"/>
          </a:xfrm>
          <a:prstGeom prst="roundRect">
            <a:avLst/>
          </a:prstGeom>
          <a:solidFill>
            <a:srgbClr val="BF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43891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VANILLA</a:t>
            </a:r>
          </a:p>
        </p:txBody>
      </p:sp>
      <p:sp>
        <p:nvSpPr>
          <p:cNvPr id="57" name="Oval 56"/>
          <p:cNvSpPr/>
          <p:nvPr/>
        </p:nvSpPr>
        <p:spPr>
          <a:xfrm>
            <a:off x="9418320" y="4425696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56832" y="461314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CHOCOLATE</a:t>
            </a:r>
          </a:p>
        </p:txBody>
      </p:sp>
      <p:sp>
        <p:nvSpPr>
          <p:cNvPr id="59" name="Oval 58"/>
          <p:cNvSpPr/>
          <p:nvPr/>
        </p:nvSpPr>
        <p:spPr>
          <a:xfrm>
            <a:off x="9418320" y="4649724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4837176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TARO</a:t>
            </a:r>
          </a:p>
        </p:txBody>
      </p:sp>
      <p:sp>
        <p:nvSpPr>
          <p:cNvPr id="61" name="Oval 60"/>
          <p:cNvSpPr/>
          <p:nvPr/>
        </p:nvSpPr>
        <p:spPr>
          <a:xfrm>
            <a:off x="9418320" y="4873752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56832" y="5061204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DURIAN</a:t>
            </a:r>
          </a:p>
        </p:txBody>
      </p:sp>
      <p:sp>
        <p:nvSpPr>
          <p:cNvPr id="63" name="Oval 62"/>
          <p:cNvSpPr/>
          <p:nvPr/>
        </p:nvSpPr>
        <p:spPr>
          <a:xfrm>
            <a:off x="9418320" y="5097780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56832" y="528523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JACKFRUIT</a:t>
            </a:r>
          </a:p>
        </p:txBody>
      </p:sp>
      <p:sp>
        <p:nvSpPr>
          <p:cNvPr id="65" name="Oval 64"/>
          <p:cNvSpPr/>
          <p:nvPr/>
        </p:nvSpPr>
        <p:spPr>
          <a:xfrm>
            <a:off x="9418320" y="5321807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56832" y="550926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STRAWBERRY</a:t>
            </a:r>
          </a:p>
        </p:txBody>
      </p:sp>
      <p:sp>
        <p:nvSpPr>
          <p:cNvPr id="67" name="Oval 66"/>
          <p:cNvSpPr/>
          <p:nvPr/>
        </p:nvSpPr>
        <p:spPr>
          <a:xfrm>
            <a:off x="9418320" y="5545836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4389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8BEEFF"/>
                </a:solidFill>
                <a:latin typeface="Arial Black"/>
              </a:rPr>
              <a:t>?</a:t>
            </a:r>
          </a:p>
        </p:txBody>
      </p:sp>
      <p:pic>
        <p:nvPicPr>
          <p:cNvPr id="69" name="Picture 68" descr="Cok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663440"/>
            <a:ext cx="4251960" cy="4251960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1325880" y="9464040"/>
            <a:ext cx="3657600" cy="502920"/>
          </a:xfrm>
          <a:prstGeom prst="ellipse">
            <a:avLst/>
          </a:prstGeom>
          <a:solidFill>
            <a:srgbClr val="C0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355080" y="7114032"/>
            <a:ext cx="3246120" cy="3246120"/>
          </a:xfrm>
          <a:prstGeom prst="ellipse">
            <a:avLst/>
          </a:prstGeom>
          <a:solidFill>
            <a:srgbClr val="FFF22D"/>
          </a:solidFill>
          <a:ln w="50800">
            <a:solidFill>
              <a:srgbClr val="FF3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720840" y="7479792"/>
            <a:ext cx="2514600" cy="2514600"/>
          </a:xfrm>
          <a:prstGeom prst="ellipse">
            <a:avLst/>
          </a:prstGeom>
          <a:solidFill>
            <a:srgbClr val="FFF7A7"/>
          </a:solidFill>
          <a:ln w="38100">
            <a:solidFill>
              <a:srgbClr val="FFD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263640" y="7086600"/>
            <a:ext cx="3429000" cy="658368"/>
          </a:xfrm>
          <a:prstGeom prst="roundRect">
            <a:avLst/>
          </a:prstGeom>
          <a:solidFill>
            <a:srgbClr val="166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73952" y="7132320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33C"/>
                </a:solidFill>
                <a:latin typeface="Arial Black"/>
              </a:rPr>
              <a:t>ONLY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7882127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400" b="1">
                <a:solidFill>
                  <a:srgbClr val="5CC4FF"/>
                </a:solidFill>
                <a:latin typeface="Arial Black"/>
              </a:rPr>
              <a:t>5K</a:t>
            </a:r>
          </a:p>
        </p:txBody>
      </p:sp>
      <p:sp>
        <p:nvSpPr>
          <p:cNvPr id="76" name="5-Point Star 75"/>
          <p:cNvSpPr/>
          <p:nvPr/>
        </p:nvSpPr>
        <p:spPr>
          <a:xfrm>
            <a:off x="8732520" y="7589520"/>
            <a:ext cx="1554480" cy="1554480"/>
          </a:xfrm>
          <a:prstGeom prst="star5">
            <a:avLst/>
          </a:prstGeom>
          <a:solidFill>
            <a:srgbClr val="FF32BD"/>
          </a:solidFill>
          <a:ln w="38100">
            <a:solidFill>
              <a:srgbClr val="FFD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06840" y="80741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942"/>
                </a:solidFill>
                <a:latin typeface="Arial Black"/>
              </a:rPr>
              <a:t>Rp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629400" y="9464040"/>
            <a:ext cx="2788920" cy="576072"/>
          </a:xfrm>
          <a:prstGeom prst="roundRect">
            <a:avLst/>
          </a:prstGeom>
          <a:solidFill>
            <a:srgbClr val="FF3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56832" y="950976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</a:rPr>
              <a:t>ALL SCOOPS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" y="1074420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PLAY YOUR MOOD, TASTE YOUR SCOOP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" y="11265408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AI mood tracker, mini game reward, dan photobooth lucu.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" y="11539728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Semua rasa ditampilkan. Stok terbatas dan bisa berubah di booth.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12481560"/>
            <a:ext cx="10689336" cy="2642616"/>
          </a:xfrm>
          <a:prstGeom prst="rect">
            <a:avLst/>
          </a:prstGeom>
          <a:solidFill>
            <a:srgbClr val="1F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12819888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8D8"/>
                </a:solidFill>
                <a:latin typeface="Arial Black"/>
              </a:rPr>
              <a:t>SCOOPIFY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1353312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SCAN TICKET. PLAY MINI GAME. WIN TOPPING OR DISCOUNT.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13917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Ganti teks ini dengan lokasi booth, tanggal, dan jam event.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142829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Instagram: @scoopify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58200" y="12847320"/>
            <a:ext cx="178308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641080" y="13030200"/>
            <a:ext cx="14173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60536" y="134599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35CC8"/>
                </a:solidFill>
                <a:latin typeface="Arial Black"/>
              </a:rPr>
              <a:t>QR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51392" y="1380744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5CC8"/>
                </a:solidFill>
                <a:latin typeface="Arial Black"/>
              </a:rPr>
              <a:t>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5124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235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1C1640"/>
                </a:solidFill>
                <a:latin typeface="Arial Black"/>
              </a:rPr>
              <a:t>CANVA / PPTX EDIT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Upload file PPTX ini ke Canva lewat Upload &gt; Upload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6771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Teks, kotak, badge harga, panel rasa, dan QR placeholder bisa diedit.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9806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Gambar logo dan cup coklat ikut sebagai image layer, bisa diganti.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284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Ukuran slide A3 portrait. Untuk print, export dari Canva sebagai PDF Print.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Ganti QR WEB dengan QR utama Scoopify sebelum dicetak.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